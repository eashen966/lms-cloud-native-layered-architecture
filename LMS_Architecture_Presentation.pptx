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8A321-BFE3-4D2D-A04C-E9011D1BD1FF}" v="1" dt="2026-06-19T14:50:50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" y="-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ran Selvaraju" userId="727b26be9341fed3" providerId="LiveId" clId="{ED225F2B-5EFA-4026-BF28-C7D0A2CB13E0}"/>
    <pc:docChg chg="undo custSel addSld delSld modSld sldOrd">
      <pc:chgData name="Pavitran Selvaraju" userId="727b26be9341fed3" providerId="LiveId" clId="{ED225F2B-5EFA-4026-BF28-C7D0A2CB13E0}" dt="2026-06-19T15:04:19.710" v="296" actId="20577"/>
      <pc:docMkLst>
        <pc:docMk/>
      </pc:docMkLst>
      <pc:sldChg chg="addSp delSp modSp mod ord">
        <pc:chgData name="Pavitran Selvaraju" userId="727b26be9341fed3" providerId="LiveId" clId="{ED225F2B-5EFA-4026-BF28-C7D0A2CB13E0}" dt="2026-06-19T14:54:09.359" v="75" actId="1076"/>
        <pc:sldMkLst>
          <pc:docMk/>
          <pc:sldMk cId="0" sldId="256"/>
        </pc:sldMkLst>
        <pc:spChg chg="mod">
          <ac:chgData name="Pavitran Selvaraju" userId="727b26be9341fed3" providerId="LiveId" clId="{ED225F2B-5EFA-4026-BF28-C7D0A2CB13E0}" dt="2026-06-19T14:54:09.359" v="75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2:34.294" v="20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2:36.307" v="21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2:18.657" v="13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2:18.657" v="13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2:18.657" v="13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2:18.657" v="13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2:18.657" v="13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2:18.657" v="13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2:18.657" v="13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2:18.657" v="13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2:18.657" v="13" actId="478"/>
          <ac:spMkLst>
            <pc:docMk/>
            <pc:sldMk cId="0" sldId="256"/>
            <ac:spMk id="20" creationId="{00000000-0000-0000-0000-000000000000}"/>
          </ac:spMkLst>
        </pc:spChg>
        <pc:spChg chg="del mod">
          <ac:chgData name="Pavitran Selvaraju" userId="727b26be9341fed3" providerId="LiveId" clId="{ED225F2B-5EFA-4026-BF28-C7D0A2CB13E0}" dt="2026-06-19T14:52:21.246" v="15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2:18.657" v="13" actId="478"/>
          <ac:spMkLst>
            <pc:docMk/>
            <pc:sldMk cId="0" sldId="256"/>
            <ac:spMk id="23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2:31.454" v="19" actId="20577"/>
          <ac:spMkLst>
            <pc:docMk/>
            <pc:sldMk cId="0" sldId="256"/>
            <ac:spMk id="25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2:29.523" v="18" actId="20577"/>
          <ac:spMkLst>
            <pc:docMk/>
            <pc:sldMk cId="0" sldId="256"/>
            <ac:spMk id="26" creationId="{00000000-0000-0000-0000-000000000000}"/>
          </ac:spMkLst>
        </pc:spChg>
        <pc:spChg chg="add mod">
          <ac:chgData name="Pavitran Selvaraju" userId="727b26be9341fed3" providerId="LiveId" clId="{ED225F2B-5EFA-4026-BF28-C7D0A2CB13E0}" dt="2026-06-19T14:53:28.195" v="26" actId="1076"/>
          <ac:spMkLst>
            <pc:docMk/>
            <pc:sldMk cId="0" sldId="256"/>
            <ac:spMk id="29" creationId="{878661E5-59EC-B64A-3550-B7572D4F647E}"/>
          </ac:spMkLst>
        </pc:spChg>
      </pc:sldChg>
      <pc:sldChg chg="delSp modSp mod">
        <pc:chgData name="Pavitran Selvaraju" userId="727b26be9341fed3" providerId="LiveId" clId="{ED225F2B-5EFA-4026-BF28-C7D0A2CB13E0}" dt="2026-06-19T14:57:30.203" v="166" actId="20577"/>
        <pc:sldMkLst>
          <pc:docMk/>
          <pc:sldMk cId="0" sldId="257"/>
        </pc:sldMkLst>
        <pc:spChg chg="mod">
          <ac:chgData name="Pavitran Selvaraju" userId="727b26be9341fed3" providerId="LiveId" clId="{ED225F2B-5EFA-4026-BF28-C7D0A2CB13E0}" dt="2026-06-19T14:57:01.160" v="150" actId="114"/>
          <ac:spMkLst>
            <pc:docMk/>
            <pc:sldMk cId="0" sldId="257"/>
            <ac:spMk id="3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6:33.658" v="134" actId="478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Pavitran Selvaraju" userId="727b26be9341fed3" providerId="LiveId" clId="{ED225F2B-5EFA-4026-BF28-C7D0A2CB13E0}" dt="2026-06-19T14:56:37.508" v="138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6:39.771" v="140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6:34.942" v="135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6:39.026" v="139" actId="478"/>
          <ac:spMkLst>
            <pc:docMk/>
            <pc:sldMk cId="0" sldId="257"/>
            <ac:spMk id="14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7:30.203" v="166" actId="20577"/>
          <ac:spMkLst>
            <pc:docMk/>
            <pc:sldMk cId="0" sldId="257"/>
            <ac:spMk id="39" creationId="{00000000-0000-0000-0000-000000000000}"/>
          </ac:spMkLst>
        </pc:spChg>
        <pc:graphicFrameChg chg="mod">
          <ac:chgData name="Pavitran Selvaraju" userId="727b26be9341fed3" providerId="LiveId" clId="{ED225F2B-5EFA-4026-BF28-C7D0A2CB13E0}" dt="2026-06-19T14:56:48.589" v="143" actId="1076"/>
          <ac:graphicFrameMkLst>
            <pc:docMk/>
            <pc:sldMk cId="0" sldId="257"/>
            <ac:graphicFrameMk id="4" creationId="{00000000-0000-0000-0000-000000000000}"/>
          </ac:graphicFrameMkLst>
        </pc:graphicFrameChg>
        <pc:picChg chg="del">
          <ac:chgData name="Pavitran Selvaraju" userId="727b26be9341fed3" providerId="LiveId" clId="{ED225F2B-5EFA-4026-BF28-C7D0A2CB13E0}" dt="2026-06-19T14:56:36.286" v="137" actId="478"/>
          <ac:picMkLst>
            <pc:docMk/>
            <pc:sldMk cId="0" sldId="257"/>
            <ac:picMk id="7" creationId="{00000000-0000-0000-0000-000000000000}"/>
          </ac:picMkLst>
        </pc:picChg>
        <pc:picChg chg="del">
          <ac:chgData name="Pavitran Selvaraju" userId="727b26be9341fed3" providerId="LiveId" clId="{ED225F2B-5EFA-4026-BF28-C7D0A2CB13E0}" dt="2026-06-19T14:56:41.354" v="142" actId="478"/>
          <ac:picMkLst>
            <pc:docMk/>
            <pc:sldMk cId="0" sldId="257"/>
            <ac:picMk id="10" creationId="{00000000-0000-0000-0000-000000000000}"/>
          </ac:picMkLst>
        </pc:picChg>
        <pc:picChg chg="del">
          <ac:chgData name="Pavitran Selvaraju" userId="727b26be9341fed3" providerId="LiveId" clId="{ED225F2B-5EFA-4026-BF28-C7D0A2CB13E0}" dt="2026-06-19T14:56:40.474" v="141" actId="478"/>
          <ac:picMkLst>
            <pc:docMk/>
            <pc:sldMk cId="0" sldId="257"/>
            <ac:picMk id="13" creationId="{00000000-0000-0000-0000-000000000000}"/>
          </ac:picMkLst>
        </pc:picChg>
      </pc:sldChg>
      <pc:sldChg chg="delSp modSp mod">
        <pc:chgData name="Pavitran Selvaraju" userId="727b26be9341fed3" providerId="LiveId" clId="{ED225F2B-5EFA-4026-BF28-C7D0A2CB13E0}" dt="2026-06-19T14:59:51.224" v="213" actId="1076"/>
        <pc:sldMkLst>
          <pc:docMk/>
          <pc:sldMk cId="0" sldId="258"/>
        </pc:sldMkLst>
        <pc:spChg chg="del mod">
          <ac:chgData name="Pavitran Selvaraju" userId="727b26be9341fed3" providerId="LiveId" clId="{ED225F2B-5EFA-4026-BF28-C7D0A2CB13E0}" dt="2026-06-19T14:57:44.010" v="168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9:51.224" v="213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9:50.945" v="212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9:50.094" v="209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9:50.646" v="211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9:50.357" v="210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8:52.845" v="177" actId="20577"/>
          <ac:spMkLst>
            <pc:docMk/>
            <pc:sldMk cId="0" sldId="258"/>
            <ac:spMk id="37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4:59:05.687" v="188" actId="20577"/>
          <ac:spMkLst>
            <pc:docMk/>
            <pc:sldMk cId="0" sldId="258"/>
            <ac:spMk id="42" creationId="{00000000-0000-0000-0000-000000000000}"/>
          </ac:spMkLst>
        </pc:spChg>
        <pc:spChg chg="del mod">
          <ac:chgData name="Pavitran Selvaraju" userId="727b26be9341fed3" providerId="LiveId" clId="{ED225F2B-5EFA-4026-BF28-C7D0A2CB13E0}" dt="2026-06-19T14:59:12.150" v="190" actId="478"/>
          <ac:spMkLst>
            <pc:docMk/>
            <pc:sldMk cId="0" sldId="258"/>
            <ac:spMk id="43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13.522" v="191" actId="478"/>
          <ac:spMkLst>
            <pc:docMk/>
            <pc:sldMk cId="0" sldId="258"/>
            <ac:spMk id="44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20.074" v="197" actId="478"/>
          <ac:spMkLst>
            <pc:docMk/>
            <pc:sldMk cId="0" sldId="258"/>
            <ac:spMk id="45" creationId="{00000000-0000-0000-0000-000000000000}"/>
          </ac:spMkLst>
        </pc:spChg>
        <pc:spChg chg="del mod">
          <ac:chgData name="Pavitran Selvaraju" userId="727b26be9341fed3" providerId="LiveId" clId="{ED225F2B-5EFA-4026-BF28-C7D0A2CB13E0}" dt="2026-06-19T14:59:18.010" v="196" actId="478"/>
          <ac:spMkLst>
            <pc:docMk/>
            <pc:sldMk cId="0" sldId="258"/>
            <ac:spMk id="46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16.631" v="194" actId="478"/>
          <ac:spMkLst>
            <pc:docMk/>
            <pc:sldMk cId="0" sldId="258"/>
            <ac:spMk id="47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14.173" v="192" actId="478"/>
          <ac:spMkLst>
            <pc:docMk/>
            <pc:sldMk cId="0" sldId="258"/>
            <ac:spMk id="48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21.555" v="198" actId="478"/>
          <ac:spMkLst>
            <pc:docMk/>
            <pc:sldMk cId="0" sldId="258"/>
            <ac:spMk id="49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28.081" v="203" actId="478"/>
          <ac:spMkLst>
            <pc:docMk/>
            <pc:sldMk cId="0" sldId="258"/>
            <ac:spMk id="50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22.721" v="199" actId="478"/>
          <ac:spMkLst>
            <pc:docMk/>
            <pc:sldMk cId="0" sldId="258"/>
            <ac:spMk id="51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14.871" v="193" actId="478"/>
          <ac:spMkLst>
            <pc:docMk/>
            <pc:sldMk cId="0" sldId="258"/>
            <ac:spMk id="52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25.048" v="201" actId="478"/>
          <ac:spMkLst>
            <pc:docMk/>
            <pc:sldMk cId="0" sldId="258"/>
            <ac:spMk id="53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26.435" v="202" actId="478"/>
          <ac:spMkLst>
            <pc:docMk/>
            <pc:sldMk cId="0" sldId="258"/>
            <ac:spMk id="54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4:59:23.832" v="200" actId="478"/>
          <ac:spMkLst>
            <pc:docMk/>
            <pc:sldMk cId="0" sldId="258"/>
            <ac:spMk id="55" creationId="{00000000-0000-0000-0000-000000000000}"/>
          </ac:spMkLst>
        </pc:spChg>
      </pc:sldChg>
      <pc:sldChg chg="modSp mod">
        <pc:chgData name="Pavitran Selvaraju" userId="727b26be9341fed3" providerId="LiveId" clId="{ED225F2B-5EFA-4026-BF28-C7D0A2CB13E0}" dt="2026-06-19T15:02:11.287" v="266" actId="20577"/>
        <pc:sldMkLst>
          <pc:docMk/>
          <pc:sldMk cId="0" sldId="259"/>
        </pc:sldMkLst>
        <pc:spChg chg="mod">
          <ac:chgData name="Pavitran Selvaraju" userId="727b26be9341fed3" providerId="LiveId" clId="{ED225F2B-5EFA-4026-BF28-C7D0A2CB13E0}" dt="2026-06-19T15:00:55.989" v="252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5:01:09.074" v="253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5:01:47.218" v="257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5:02:11.287" v="266" actId="20577"/>
          <ac:spMkLst>
            <pc:docMk/>
            <pc:sldMk cId="0" sldId="259"/>
            <ac:spMk id="24" creationId="{00000000-0000-0000-0000-000000000000}"/>
          </ac:spMkLst>
        </pc:spChg>
      </pc:sldChg>
      <pc:sldChg chg="addSp delSp modSp mod">
        <pc:chgData name="Pavitran Selvaraju" userId="727b26be9341fed3" providerId="LiveId" clId="{ED225F2B-5EFA-4026-BF28-C7D0A2CB13E0}" dt="2026-06-19T15:04:00.986" v="292" actId="1076"/>
        <pc:sldMkLst>
          <pc:docMk/>
          <pc:sldMk cId="0" sldId="260"/>
        </pc:sldMkLst>
        <pc:spChg chg="mod">
          <ac:chgData name="Pavitran Selvaraju" userId="727b26be9341fed3" providerId="LiveId" clId="{ED225F2B-5EFA-4026-BF28-C7D0A2CB13E0}" dt="2026-06-19T15:02:55.985" v="280" actId="1076"/>
          <ac:spMkLst>
            <pc:docMk/>
            <pc:sldMk cId="0" sldId="260"/>
            <ac:spMk id="4" creationId="{00000000-0000-0000-0000-000000000000}"/>
          </ac:spMkLst>
        </pc:spChg>
        <pc:spChg chg="add del">
          <ac:chgData name="Pavitran Selvaraju" userId="727b26be9341fed3" providerId="LiveId" clId="{ED225F2B-5EFA-4026-BF28-C7D0A2CB13E0}" dt="2026-06-19T15:02:42.289" v="269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5:03:46.615" v="290" actId="478"/>
          <ac:spMkLst>
            <pc:docMk/>
            <pc:sldMk cId="0" sldId="260"/>
            <ac:spMk id="6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5:02:58.973" v="281" actId="1076"/>
          <ac:spMkLst>
            <pc:docMk/>
            <pc:sldMk cId="0" sldId="260"/>
            <ac:spMk id="8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5:03:46.029" v="289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5:03:03.333" v="282" actId="1076"/>
          <ac:spMkLst>
            <pc:docMk/>
            <pc:sldMk cId="0" sldId="260"/>
            <ac:spMk id="11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5:03:45.338" v="288" actId="478"/>
          <ac:spMkLst>
            <pc:docMk/>
            <pc:sldMk cId="0" sldId="260"/>
            <ac:spMk id="12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5:03:06.846" v="283" actId="1076"/>
          <ac:spMkLst>
            <pc:docMk/>
            <pc:sldMk cId="0" sldId="260"/>
            <ac:spMk id="14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5:02:44.648" v="271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5:02:43.851" v="270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5:02:48.857" v="275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5:02:48.108" v="274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Pavitran Selvaraju" userId="727b26be9341fed3" providerId="LiveId" clId="{ED225F2B-5EFA-4026-BF28-C7D0A2CB13E0}" dt="2026-06-19T15:02:52.504" v="279" actId="478"/>
          <ac:spMkLst>
            <pc:docMk/>
            <pc:sldMk cId="0" sldId="260"/>
            <ac:spMk id="21" creationId="{00000000-0000-0000-0000-000000000000}"/>
          </ac:spMkLst>
        </pc:spChg>
        <pc:spChg chg="del mod">
          <ac:chgData name="Pavitran Selvaraju" userId="727b26be9341fed3" providerId="LiveId" clId="{ED225F2B-5EFA-4026-BF28-C7D0A2CB13E0}" dt="2026-06-19T15:02:51.019" v="277" actId="478"/>
          <ac:spMkLst>
            <pc:docMk/>
            <pc:sldMk cId="0" sldId="260"/>
            <ac:spMk id="23" creationId="{00000000-0000-0000-0000-000000000000}"/>
          </ac:spMkLst>
        </pc:spChg>
        <pc:spChg chg="mod">
          <ac:chgData name="Pavitran Selvaraju" userId="727b26be9341fed3" providerId="LiveId" clId="{ED225F2B-5EFA-4026-BF28-C7D0A2CB13E0}" dt="2026-06-19T15:04:00.986" v="292" actId="1076"/>
          <ac:spMkLst>
            <pc:docMk/>
            <pc:sldMk cId="0" sldId="260"/>
            <ac:spMk id="24" creationId="{00000000-0000-0000-0000-000000000000}"/>
          </ac:spMkLst>
        </pc:spChg>
        <pc:picChg chg="mod">
          <ac:chgData name="Pavitran Selvaraju" userId="727b26be9341fed3" providerId="LiveId" clId="{ED225F2B-5EFA-4026-BF28-C7D0A2CB13E0}" dt="2026-06-19T15:03:30.709" v="284" actId="1076"/>
          <ac:picMkLst>
            <pc:docMk/>
            <pc:sldMk cId="0" sldId="260"/>
            <ac:picMk id="7" creationId="{00000000-0000-0000-0000-000000000000}"/>
          </ac:picMkLst>
        </pc:picChg>
        <pc:picChg chg="mod">
          <ac:chgData name="Pavitran Selvaraju" userId="727b26be9341fed3" providerId="LiveId" clId="{ED225F2B-5EFA-4026-BF28-C7D0A2CB13E0}" dt="2026-06-19T15:03:33.758" v="285" actId="1076"/>
          <ac:picMkLst>
            <pc:docMk/>
            <pc:sldMk cId="0" sldId="260"/>
            <ac:picMk id="10" creationId="{00000000-0000-0000-0000-000000000000}"/>
          </ac:picMkLst>
        </pc:picChg>
        <pc:picChg chg="mod">
          <ac:chgData name="Pavitran Selvaraju" userId="727b26be9341fed3" providerId="LiveId" clId="{ED225F2B-5EFA-4026-BF28-C7D0A2CB13E0}" dt="2026-06-19T15:03:43.422" v="287" actId="1076"/>
          <ac:picMkLst>
            <pc:docMk/>
            <pc:sldMk cId="0" sldId="260"/>
            <ac:picMk id="13" creationId="{00000000-0000-0000-0000-000000000000}"/>
          </ac:picMkLst>
        </pc:picChg>
        <pc:picChg chg="del">
          <ac:chgData name="Pavitran Selvaraju" userId="727b26be9341fed3" providerId="LiveId" clId="{ED225F2B-5EFA-4026-BF28-C7D0A2CB13E0}" dt="2026-06-19T15:02:45.427" v="272" actId="478"/>
          <ac:picMkLst>
            <pc:docMk/>
            <pc:sldMk cId="0" sldId="260"/>
            <ac:picMk id="16" creationId="{00000000-0000-0000-0000-000000000000}"/>
          </ac:picMkLst>
        </pc:picChg>
        <pc:picChg chg="del">
          <ac:chgData name="Pavitran Selvaraju" userId="727b26be9341fed3" providerId="LiveId" clId="{ED225F2B-5EFA-4026-BF28-C7D0A2CB13E0}" dt="2026-06-19T15:02:46.127" v="273" actId="478"/>
          <ac:picMkLst>
            <pc:docMk/>
            <pc:sldMk cId="0" sldId="260"/>
            <ac:picMk id="19" creationId="{00000000-0000-0000-0000-000000000000}"/>
          </ac:picMkLst>
        </pc:picChg>
        <pc:picChg chg="del">
          <ac:chgData name="Pavitran Selvaraju" userId="727b26be9341fed3" providerId="LiveId" clId="{ED225F2B-5EFA-4026-BF28-C7D0A2CB13E0}" dt="2026-06-19T15:02:51.695" v="278" actId="478"/>
          <ac:picMkLst>
            <pc:docMk/>
            <pc:sldMk cId="0" sldId="260"/>
            <ac:picMk id="22" creationId="{00000000-0000-0000-0000-000000000000}"/>
          </ac:picMkLst>
        </pc:picChg>
        <pc:picChg chg="del">
          <ac:chgData name="Pavitran Selvaraju" userId="727b26be9341fed3" providerId="LiveId" clId="{ED225F2B-5EFA-4026-BF28-C7D0A2CB13E0}" dt="2026-06-19T15:03:57.266" v="291" actId="478"/>
          <ac:picMkLst>
            <pc:docMk/>
            <pc:sldMk cId="0" sldId="260"/>
            <ac:picMk id="25" creationId="{00000000-0000-0000-0000-000000000000}"/>
          </ac:picMkLst>
        </pc:picChg>
      </pc:sldChg>
      <pc:sldChg chg="delSp modSp add del mod setBg">
        <pc:chgData name="Pavitran Selvaraju" userId="727b26be9341fed3" providerId="LiveId" clId="{ED225F2B-5EFA-4026-BF28-C7D0A2CB13E0}" dt="2026-06-19T14:52:07.932" v="12" actId="47"/>
        <pc:sldMkLst>
          <pc:docMk/>
          <pc:sldMk cId="3192546928" sldId="261"/>
        </pc:sldMkLst>
        <pc:spChg chg="del">
          <ac:chgData name="Pavitran Selvaraju" userId="727b26be9341fed3" providerId="LiveId" clId="{ED225F2B-5EFA-4026-BF28-C7D0A2CB13E0}" dt="2026-06-19T14:51:01.421" v="3" actId="478"/>
          <ac:spMkLst>
            <pc:docMk/>
            <pc:sldMk cId="3192546928" sldId="261"/>
            <ac:spMk id="2" creationId="{202ADEEE-8402-D1E2-2EB2-5116AF8D978D}"/>
          </ac:spMkLst>
        </pc:spChg>
        <pc:spChg chg="mod">
          <ac:chgData name="Pavitran Selvaraju" userId="727b26be9341fed3" providerId="LiveId" clId="{ED225F2B-5EFA-4026-BF28-C7D0A2CB13E0}" dt="2026-06-19T14:51:18.625" v="10" actId="20577"/>
          <ac:spMkLst>
            <pc:docMk/>
            <pc:sldMk cId="3192546928" sldId="261"/>
            <ac:spMk id="5" creationId="{012D447D-D2F9-7F0C-5588-6A6947F64504}"/>
          </ac:spMkLst>
        </pc:spChg>
        <pc:spChg chg="del">
          <ac:chgData name="Pavitran Selvaraju" userId="727b26be9341fed3" providerId="LiveId" clId="{ED225F2B-5EFA-4026-BF28-C7D0A2CB13E0}" dt="2026-06-19T14:51:01.421" v="3" actId="478"/>
          <ac:spMkLst>
            <pc:docMk/>
            <pc:sldMk cId="3192546928" sldId="261"/>
            <ac:spMk id="10" creationId="{85D2A294-DA64-F0AC-E6C4-EC9B281DE5EE}"/>
          </ac:spMkLst>
        </pc:spChg>
        <pc:spChg chg="del">
          <ac:chgData name="Pavitran Selvaraju" userId="727b26be9341fed3" providerId="LiveId" clId="{ED225F2B-5EFA-4026-BF28-C7D0A2CB13E0}" dt="2026-06-19T14:51:01.421" v="3" actId="478"/>
          <ac:spMkLst>
            <pc:docMk/>
            <pc:sldMk cId="3192546928" sldId="261"/>
            <ac:spMk id="11" creationId="{9EBCC462-30C5-2BA0-23F4-A7FF8DCAD6A2}"/>
          </ac:spMkLst>
        </pc:spChg>
        <pc:spChg chg="del">
          <ac:chgData name="Pavitran Selvaraju" userId="727b26be9341fed3" providerId="LiveId" clId="{ED225F2B-5EFA-4026-BF28-C7D0A2CB13E0}" dt="2026-06-19T14:51:01.421" v="3" actId="478"/>
          <ac:spMkLst>
            <pc:docMk/>
            <pc:sldMk cId="3192546928" sldId="261"/>
            <ac:spMk id="12" creationId="{E43834A7-EE12-B328-F743-EEAF81BE1339}"/>
          </ac:spMkLst>
        </pc:spChg>
        <pc:spChg chg="del">
          <ac:chgData name="Pavitran Selvaraju" userId="727b26be9341fed3" providerId="LiveId" clId="{ED225F2B-5EFA-4026-BF28-C7D0A2CB13E0}" dt="2026-06-19T14:51:01.421" v="3" actId="478"/>
          <ac:spMkLst>
            <pc:docMk/>
            <pc:sldMk cId="3192546928" sldId="261"/>
            <ac:spMk id="13" creationId="{838C87EB-47DB-1A19-D97D-A0C56B1CCA78}"/>
          </ac:spMkLst>
        </pc:spChg>
        <pc:spChg chg="del">
          <ac:chgData name="Pavitran Selvaraju" userId="727b26be9341fed3" providerId="LiveId" clId="{ED225F2B-5EFA-4026-BF28-C7D0A2CB13E0}" dt="2026-06-19T14:51:01.421" v="3" actId="478"/>
          <ac:spMkLst>
            <pc:docMk/>
            <pc:sldMk cId="3192546928" sldId="261"/>
            <ac:spMk id="15" creationId="{E12F5506-B4BD-1B1B-0DF0-34EF26CD6F32}"/>
          </ac:spMkLst>
        </pc:spChg>
        <pc:spChg chg="del">
          <ac:chgData name="Pavitran Selvaraju" userId="727b26be9341fed3" providerId="LiveId" clId="{ED225F2B-5EFA-4026-BF28-C7D0A2CB13E0}" dt="2026-06-19T14:51:01.421" v="3" actId="478"/>
          <ac:spMkLst>
            <pc:docMk/>
            <pc:sldMk cId="3192546928" sldId="261"/>
            <ac:spMk id="16" creationId="{126248D2-FAF4-B072-1E45-C42D4A6EC0C3}"/>
          </ac:spMkLst>
        </pc:spChg>
        <pc:spChg chg="del">
          <ac:chgData name="Pavitran Selvaraju" userId="727b26be9341fed3" providerId="LiveId" clId="{ED225F2B-5EFA-4026-BF28-C7D0A2CB13E0}" dt="2026-06-19T14:51:01.421" v="3" actId="478"/>
          <ac:spMkLst>
            <pc:docMk/>
            <pc:sldMk cId="3192546928" sldId="261"/>
            <ac:spMk id="17" creationId="{E4D7ADC0-71C7-E641-B351-5AB1BB15F014}"/>
          </ac:spMkLst>
        </pc:spChg>
        <pc:spChg chg="del">
          <ac:chgData name="Pavitran Selvaraju" userId="727b26be9341fed3" providerId="LiveId" clId="{ED225F2B-5EFA-4026-BF28-C7D0A2CB13E0}" dt="2026-06-19T14:51:01.421" v="3" actId="478"/>
          <ac:spMkLst>
            <pc:docMk/>
            <pc:sldMk cId="3192546928" sldId="261"/>
            <ac:spMk id="18" creationId="{6517514F-DD4C-C0AB-8544-AF3427CD0B9C}"/>
          </ac:spMkLst>
        </pc:spChg>
        <pc:spChg chg="del">
          <ac:chgData name="Pavitran Selvaraju" userId="727b26be9341fed3" providerId="LiveId" clId="{ED225F2B-5EFA-4026-BF28-C7D0A2CB13E0}" dt="2026-06-19T14:51:01.421" v="3" actId="478"/>
          <ac:spMkLst>
            <pc:docMk/>
            <pc:sldMk cId="3192546928" sldId="261"/>
            <ac:spMk id="20" creationId="{C433632A-8689-7053-274C-5F80DB0B37E6}"/>
          </ac:spMkLst>
        </pc:spChg>
        <pc:spChg chg="del">
          <ac:chgData name="Pavitran Selvaraju" userId="727b26be9341fed3" providerId="LiveId" clId="{ED225F2B-5EFA-4026-BF28-C7D0A2CB13E0}" dt="2026-06-19T14:51:09.680" v="4" actId="478"/>
          <ac:spMkLst>
            <pc:docMk/>
            <pc:sldMk cId="3192546928" sldId="261"/>
            <ac:spMk id="22" creationId="{9942F70F-3781-A618-B1C6-88C2B1F8B7F1}"/>
          </ac:spMkLst>
        </pc:spChg>
        <pc:spChg chg="del mod">
          <ac:chgData name="Pavitran Selvaraju" userId="727b26be9341fed3" providerId="LiveId" clId="{ED225F2B-5EFA-4026-BF28-C7D0A2CB13E0}" dt="2026-06-19T14:51:14.375" v="7" actId="478"/>
          <ac:spMkLst>
            <pc:docMk/>
            <pc:sldMk cId="3192546928" sldId="261"/>
            <ac:spMk id="23" creationId="{BCF7C07F-346B-D269-2BEF-C2AA31723654}"/>
          </ac:spMkLst>
        </pc:spChg>
        <pc:spChg chg="del">
          <ac:chgData name="Pavitran Selvaraju" userId="727b26be9341fed3" providerId="LiveId" clId="{ED225F2B-5EFA-4026-BF28-C7D0A2CB13E0}" dt="2026-06-19T14:51:15.138" v="8" actId="478"/>
          <ac:spMkLst>
            <pc:docMk/>
            <pc:sldMk cId="3192546928" sldId="261"/>
            <ac:spMk id="26" creationId="{80EB7C9A-E32B-F1E3-FB5C-C01735C8C4BC}"/>
          </ac:spMkLst>
        </pc:spChg>
        <pc:picChg chg="del">
          <ac:chgData name="Pavitran Selvaraju" userId="727b26be9341fed3" providerId="LiveId" clId="{ED225F2B-5EFA-4026-BF28-C7D0A2CB13E0}" dt="2026-06-19T14:51:11.836" v="5" actId="478"/>
          <ac:picMkLst>
            <pc:docMk/>
            <pc:sldMk cId="3192546928" sldId="261"/>
            <ac:picMk id="24" creationId="{76324EFC-37E1-EF2B-0D9E-A1EF8F56E723}"/>
          </ac:picMkLst>
        </pc:picChg>
      </pc:sldChg>
      <pc:sldChg chg="modSp add mod">
        <pc:chgData name="Pavitran Selvaraju" userId="727b26be9341fed3" providerId="LiveId" clId="{ED225F2B-5EFA-4026-BF28-C7D0A2CB13E0}" dt="2026-06-19T15:04:19.710" v="296" actId="20577"/>
        <pc:sldMkLst>
          <pc:docMk/>
          <pc:sldMk cId="1071686933" sldId="262"/>
        </pc:sldMkLst>
        <pc:spChg chg="mod">
          <ac:chgData name="Pavitran Selvaraju" userId="727b26be9341fed3" providerId="LiveId" clId="{ED225F2B-5EFA-4026-BF28-C7D0A2CB13E0}" dt="2026-06-19T15:04:19.710" v="296" actId="20577"/>
          <ac:spMkLst>
            <pc:docMk/>
            <pc:sldMk cId="1071686933" sldId="262"/>
            <ac:spMk id="5" creationId="{88763172-10A2-6317-FEB1-BA5BD1568B88}"/>
          </ac:spMkLst>
        </pc:spChg>
        <pc:spChg chg="mod">
          <ac:chgData name="Pavitran Selvaraju" userId="727b26be9341fed3" providerId="LiveId" clId="{ED225F2B-5EFA-4026-BF28-C7D0A2CB13E0}" dt="2026-06-19T14:56:02.575" v="131" actId="207"/>
          <ac:spMkLst>
            <pc:docMk/>
            <pc:sldMk cId="1071686933" sldId="262"/>
            <ac:spMk id="11" creationId="{8A2EB370-A004-78EB-DBED-62C6F7EBA54F}"/>
          </ac:spMkLst>
        </pc:spChg>
        <pc:spChg chg="mod">
          <ac:chgData name="Pavitran Selvaraju" userId="727b26be9341fed3" providerId="LiveId" clId="{ED225F2B-5EFA-4026-BF28-C7D0A2CB13E0}" dt="2026-06-19T14:54:44.448" v="98" actId="20577"/>
          <ac:spMkLst>
            <pc:docMk/>
            <pc:sldMk cId="1071686933" sldId="262"/>
            <ac:spMk id="15" creationId="{FE6F6343-BF03-A322-5D63-62D5BAECA541}"/>
          </ac:spMkLst>
        </pc:spChg>
        <pc:spChg chg="mod">
          <ac:chgData name="Pavitran Selvaraju" userId="727b26be9341fed3" providerId="LiveId" clId="{ED225F2B-5EFA-4026-BF28-C7D0A2CB13E0}" dt="2026-06-19T14:55:57.685" v="130" actId="20577"/>
          <ac:spMkLst>
            <pc:docMk/>
            <pc:sldMk cId="1071686933" sldId="262"/>
            <ac:spMk id="16" creationId="{5235B0F6-A904-723A-989D-2BEE5B0C29A6}"/>
          </ac:spMkLst>
        </pc:spChg>
        <pc:spChg chg="mod">
          <ac:chgData name="Pavitran Selvaraju" userId="727b26be9341fed3" providerId="LiveId" clId="{ED225F2B-5EFA-4026-BF28-C7D0A2CB13E0}" dt="2026-06-19T14:56:05.389" v="132" actId="207"/>
          <ac:spMkLst>
            <pc:docMk/>
            <pc:sldMk cId="1071686933" sldId="262"/>
            <ac:spMk id="21" creationId="{16C3B245-6FCD-25BB-4FC9-992201057E2F}"/>
          </ac:spMkLst>
        </pc:spChg>
        <pc:spChg chg="mod">
          <ac:chgData name="Pavitran Selvaraju" userId="727b26be9341fed3" providerId="LiveId" clId="{ED225F2B-5EFA-4026-BF28-C7D0A2CB13E0}" dt="2026-06-19T14:56:08.547" v="133" actId="207"/>
          <ac:spMkLst>
            <pc:docMk/>
            <pc:sldMk cId="1071686933" sldId="262"/>
            <ac:spMk id="26" creationId="{73BEA86D-632F-104F-4C8A-6BEB9DDC2F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76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879ED-1D99-2408-9656-C0C92272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3FC3A-CFC6-6FBD-38BC-E4461E2E9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C2306-AC47-F8B7-D92F-21C0FEC2F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FFE57-1139-0763-98D9-2CE4B943EB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62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  ·   SOFTWARE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352745" y="1741932"/>
            <a:ext cx="7486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+ Layered Architecture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Learning Management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1214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043416" y="41148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116568" y="44988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kern="0" spc="150" dirty="0">
                <a:solidFill>
                  <a:srgbClr val="B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 ·   SPRING BOOT   ·   AIVEN MYSQL   ·   NETLIFY   ·   RENDER</a:t>
            </a:r>
            <a:endParaRPr lang="en-US" sz="11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8661E5-59EC-B64A-3550-B7572D4F647E}"/>
              </a:ext>
            </a:extLst>
          </p:cNvPr>
          <p:cNvSpPr txBox="1"/>
          <p:nvPr/>
        </p:nvSpPr>
        <p:spPr>
          <a:xfrm>
            <a:off x="3047223" y="3429000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MY" b="0" i="0" dirty="0">
                <a:solidFill>
                  <a:srgbClr val="E8E8E8"/>
                </a:solidFill>
                <a:effectLst/>
              </a:rPr>
              <a:t>EASHENRAJ A/L NAGARAJAN (S76773)</a:t>
            </a:r>
            <a:endParaRPr lang="en-MY" dirty="0">
              <a:effectLst/>
            </a:endParaRPr>
          </a:p>
          <a:p>
            <a:pPr algn="ctr" rtl="0">
              <a:buNone/>
            </a:pPr>
            <a:r>
              <a:rPr lang="en-MY" b="0" i="0" dirty="0">
                <a:solidFill>
                  <a:srgbClr val="E8E8E8"/>
                </a:solidFill>
                <a:effectLst/>
              </a:rPr>
              <a:t>MOHAMMAD ADAM BASHEER B. MOHD AZRUL (S75710)</a:t>
            </a:r>
            <a:endParaRPr lang="en-MY" dirty="0">
              <a:effectLst/>
            </a:endParaRPr>
          </a:p>
          <a:p>
            <a:pPr algn="ctr" rtl="0">
              <a:buNone/>
            </a:pPr>
            <a:r>
              <a:rPr lang="en-MY" b="0" i="0" dirty="0">
                <a:solidFill>
                  <a:srgbClr val="E8E8E8"/>
                </a:solidFill>
                <a:effectLst/>
              </a:rPr>
              <a:t>AMMAR HAZIQ B. SAIFUL BAHRI (S75772)</a:t>
            </a:r>
            <a:endParaRPr lang="en-MY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6FFA3-4148-07C1-C243-00607FBC3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0160D5-E7A3-4FBA-7B18-178796DE68F4}"/>
              </a:ext>
            </a:extLst>
          </p:cNvPr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  ·   SOFTWARE ARCHITECTURE</a:t>
            </a:r>
            <a:endParaRPr lang="en-US" sz="11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D4F8EA-D649-AE00-5850-5EECC0789529}"/>
              </a:ext>
            </a:extLst>
          </p:cNvPr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Learning Management System</a:t>
            </a:r>
            <a:endParaRPr lang="en-US" sz="3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48B4B4-47A6-D428-308D-6F09F7C34508}"/>
              </a:ext>
            </a:extLst>
          </p:cNvPr>
          <p:cNvSpPr/>
          <p:nvPr/>
        </p:nvSpPr>
        <p:spPr>
          <a:xfrm>
            <a:off x="640080" y="1572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Pattern</a:t>
            </a:r>
            <a:endParaRPr lang="en-US" sz="1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763172-10A2-6317-FEB1-BA5BD1568B88}"/>
              </a:ext>
            </a:extLst>
          </p:cNvPr>
          <p:cNvSpPr/>
          <p:nvPr/>
        </p:nvSpPr>
        <p:spPr>
          <a:xfrm>
            <a:off x="640080" y="21214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monolithic, tightly-coupled LMS design with a closed four-layer architecture and fully deployed and live across Netlify, Render, and Aiven MySQL.</a:t>
            </a:r>
            <a:endParaRPr lang="en-US" sz="13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48C5373-5FF2-B07F-1410-687F8C6D2616}"/>
              </a:ext>
            </a:extLst>
          </p:cNvPr>
          <p:cNvSpPr/>
          <p:nvPr/>
        </p:nvSpPr>
        <p:spPr>
          <a:xfrm>
            <a:off x="640080" y="2816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CORE MODULES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2CE2233-E499-9D5D-E54C-BBC535E2049D}"/>
              </a:ext>
            </a:extLst>
          </p:cNvPr>
          <p:cNvSpPr/>
          <p:nvPr/>
        </p:nvSpPr>
        <p:spPr>
          <a:xfrm>
            <a:off x="640080" y="320040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24375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BDE30B-C79D-B3EA-0854-A152759055BE}"/>
              </a:ext>
            </a:extLst>
          </p:cNvPr>
          <p:cNvSpPr/>
          <p:nvPr/>
        </p:nvSpPr>
        <p:spPr>
          <a:xfrm>
            <a:off x="1618488" y="3401568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0" descr="/home/claude/lms_deck/assets/book_navy.png">
            <a:extLst>
              <a:ext uri="{FF2B5EF4-FFF2-40B4-BE49-F238E27FC236}">
                <a16:creationId xmlns:a16="http://schemas.microsoft.com/office/drawing/2014/main" id="{12B0FFCB-DDCD-5C19-CB3C-065949866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3547872"/>
            <a:ext cx="329184" cy="329184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EE6D84BC-68B1-180B-DDD3-28F0948CFCCC}"/>
              </a:ext>
            </a:extLst>
          </p:cNvPr>
          <p:cNvSpPr/>
          <p:nvPr/>
        </p:nvSpPr>
        <p:spPr>
          <a:xfrm>
            <a:off x="731520" y="41148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3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A2EB370-A004-78EB-DBED-62C6F7EBA54F}"/>
              </a:ext>
            </a:extLst>
          </p:cNvPr>
          <p:cNvSpPr/>
          <p:nvPr/>
        </p:nvSpPr>
        <p:spPr>
          <a:xfrm>
            <a:off x="804672" y="44988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organize courses &amp; curricula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5180C3C-D4B4-7658-8360-78F2233B8E66}"/>
              </a:ext>
            </a:extLst>
          </p:cNvPr>
          <p:cNvSpPr/>
          <p:nvPr/>
        </p:nvSpPr>
        <p:spPr>
          <a:xfrm>
            <a:off x="3410712" y="320040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24375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B9D1B03-DB4E-1EB3-1CF9-99E3CC1B4951}"/>
              </a:ext>
            </a:extLst>
          </p:cNvPr>
          <p:cNvSpPr/>
          <p:nvPr/>
        </p:nvSpPr>
        <p:spPr>
          <a:xfrm>
            <a:off x="4389120" y="3401568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/home/claude/lms_deck/assets/usergrad_navy.png">
            <a:extLst>
              <a:ext uri="{FF2B5EF4-FFF2-40B4-BE49-F238E27FC236}">
                <a16:creationId xmlns:a16="http://schemas.microsoft.com/office/drawing/2014/main" id="{221394B7-EEB8-546D-E004-CCD3853A1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3547872"/>
            <a:ext cx="329184" cy="329184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FE6F6343-BF03-A322-5D63-62D5BAECA541}"/>
              </a:ext>
            </a:extLst>
          </p:cNvPr>
          <p:cNvSpPr/>
          <p:nvPr/>
        </p:nvSpPr>
        <p:spPr>
          <a:xfrm>
            <a:off x="3502152" y="41148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Management</a:t>
            </a:r>
            <a:endParaRPr lang="en-US" sz="135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235B0F6-A904-723A-989D-2BEE5B0C29A6}"/>
              </a:ext>
            </a:extLst>
          </p:cNvPr>
          <p:cNvSpPr/>
          <p:nvPr/>
        </p:nvSpPr>
        <p:spPr>
          <a:xfrm>
            <a:off x="3575304" y="44988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</a:rPr>
              <a:t>Update User Profile</a:t>
            </a: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728F4F3-687A-96B2-B267-7413FBB0DCFA}"/>
              </a:ext>
            </a:extLst>
          </p:cNvPr>
          <p:cNvSpPr/>
          <p:nvPr/>
        </p:nvSpPr>
        <p:spPr>
          <a:xfrm>
            <a:off x="6181344" y="320040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24375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8EE4101D-3AFF-1440-CC3E-87BBF9F8A24C}"/>
              </a:ext>
            </a:extLst>
          </p:cNvPr>
          <p:cNvSpPr/>
          <p:nvPr/>
        </p:nvSpPr>
        <p:spPr>
          <a:xfrm>
            <a:off x="7159752" y="3401568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/home/claude/lms_deck/assets/play_navy.png">
            <a:extLst>
              <a:ext uri="{FF2B5EF4-FFF2-40B4-BE49-F238E27FC236}">
                <a16:creationId xmlns:a16="http://schemas.microsoft.com/office/drawing/2014/main" id="{B9D0FCFC-1A71-E71A-B747-891BAEBCB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3547872"/>
            <a:ext cx="329184" cy="329184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9F1A2E89-9AB4-B1A8-B386-CBA0D3D94D49}"/>
              </a:ext>
            </a:extLst>
          </p:cNvPr>
          <p:cNvSpPr/>
          <p:nvPr/>
        </p:nvSpPr>
        <p:spPr>
          <a:xfrm>
            <a:off x="6272784" y="41148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Delivery</a:t>
            </a:r>
            <a:endParaRPr lang="en-US" sz="13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6C3B245-6FCD-25BB-4FC9-992201057E2F}"/>
              </a:ext>
            </a:extLst>
          </p:cNvPr>
          <p:cNvSpPr/>
          <p:nvPr/>
        </p:nvSpPr>
        <p:spPr>
          <a:xfrm>
            <a:off x="6345936" y="44988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lessons and learning materials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7D0A6B60-454A-70F3-A5B0-D699592AD45F}"/>
              </a:ext>
            </a:extLst>
          </p:cNvPr>
          <p:cNvSpPr/>
          <p:nvPr/>
        </p:nvSpPr>
        <p:spPr>
          <a:xfrm>
            <a:off x="8951976" y="320040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24375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CBA60518-9D02-6C10-6E87-754F0F09F0D0}"/>
              </a:ext>
            </a:extLst>
          </p:cNvPr>
          <p:cNvSpPr/>
          <p:nvPr/>
        </p:nvSpPr>
        <p:spPr>
          <a:xfrm>
            <a:off x="9930384" y="3401568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3" descr="/home/claude/lms_deck/assets/clipboard_navy.png">
            <a:extLst>
              <a:ext uri="{FF2B5EF4-FFF2-40B4-BE49-F238E27FC236}">
                <a16:creationId xmlns:a16="http://schemas.microsoft.com/office/drawing/2014/main" id="{62AC2FEC-7663-3AE9-5B5D-A9115C83D2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3547872"/>
            <a:ext cx="329184" cy="329184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F2CD6DF2-7602-DE68-88F1-BB350405662A}"/>
              </a:ext>
            </a:extLst>
          </p:cNvPr>
          <p:cNvSpPr/>
          <p:nvPr/>
        </p:nvSpPr>
        <p:spPr>
          <a:xfrm>
            <a:off x="9043416" y="41148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Assessment</a:t>
            </a:r>
            <a:endParaRPr lang="en-US" sz="135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73BEA86D-632F-104F-4C8A-6BEB9DDC2FA7}"/>
              </a:ext>
            </a:extLst>
          </p:cNvPr>
          <p:cNvSpPr/>
          <p:nvPr/>
        </p:nvSpPr>
        <p:spPr>
          <a:xfrm>
            <a:off x="9116568" y="44988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grade, and track coursework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238C2ABF-71D4-D0EE-4083-A44BF8DA1D48}"/>
              </a:ext>
            </a:extLst>
          </p:cNvPr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kern="0" spc="150" dirty="0">
                <a:solidFill>
                  <a:srgbClr val="B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 ·   SPRING BOOT   ·   AIVEN MYSQL   ·   NETLIFY   ·   RENDER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071686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system's four layers stay independent???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760771"/>
              </p:ext>
            </p:extLst>
          </p:nvPr>
        </p:nvGraphicFramePr>
        <p:xfrm>
          <a:off x="539496" y="2037432"/>
          <a:ext cx="6355080" cy="233172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Vite (Netlify)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UI, form input, dashboard 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Logic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(Render)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rules, validation, REST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Access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JPA + Hibernate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 interfaces, CRUD 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Aiven 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Cloud-hosted relational data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237744" cy="237744"/>
          </a:xfrm>
          <a:prstGeom prst="ellipse">
            <a:avLst/>
          </a:prstGeom>
          <a:solidFill>
            <a:srgbClr val="EAF1F4"/>
          </a:solidFill>
          <a:ln/>
        </p:spPr>
      </p:sp>
      <p:sp>
        <p:nvSpPr>
          <p:cNvPr id="12" name="Shape 7"/>
          <p:cNvSpPr/>
          <p:nvPr/>
        </p:nvSpPr>
        <p:spPr>
          <a:xfrm>
            <a:off x="548640" y="5660136"/>
            <a:ext cx="237744" cy="237744"/>
          </a:xfrm>
          <a:prstGeom prst="ellipse">
            <a:avLst/>
          </a:prstGeom>
          <a:solidFill>
            <a:srgbClr val="EAF1F4"/>
          </a:solidFill>
          <a:ln/>
        </p:spPr>
      </p:sp>
      <p:sp>
        <p:nvSpPr>
          <p:cNvPr id="15" name="Text 9"/>
          <p:cNvSpPr/>
          <p:nvPr/>
        </p:nvSpPr>
        <p:spPr>
          <a:xfrm>
            <a:off x="7269480" y="141732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F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VIEW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269480" y="1783080"/>
            <a:ext cx="4370832" cy="841248"/>
          </a:xfrm>
          <a:prstGeom prst="roundRect">
            <a:avLst>
              <a:gd name="adj" fmla="val 7609"/>
            </a:avLst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434072" y="198424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/home/claude/lms_deck/assets/rea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08483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19288" y="1892808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8019288" y="220370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· Netlify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9454896" y="2633472"/>
            <a:ext cx="0" cy="109728"/>
          </a:xfrm>
          <a:prstGeom prst="line">
            <a:avLst/>
          </a:prstGeom>
          <a:noFill/>
          <a:ln w="19050">
            <a:solidFill>
              <a:srgbClr val="9AAFC0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7269480" y="2752344"/>
            <a:ext cx="4370832" cy="841248"/>
          </a:xfrm>
          <a:prstGeom prst="roundRect">
            <a:avLst>
              <a:gd name="adj" fmla="val 7609"/>
            </a:avLst>
          </a:prstGeom>
          <a:solidFill>
            <a:srgbClr val="0F4C6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434072" y="29535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/home/claude/lms_deck/assets/serve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054096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19288" y="2862072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019288" y="317296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Render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9454896" y="3602736"/>
            <a:ext cx="0" cy="109728"/>
          </a:xfrm>
          <a:prstGeom prst="line">
            <a:avLst/>
          </a:prstGeom>
          <a:noFill/>
          <a:ln w="19050">
            <a:solidFill>
              <a:srgbClr val="9AAFC0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7269480" y="3721608"/>
            <a:ext cx="4370832" cy="841248"/>
          </a:xfrm>
          <a:prstGeom prst="roundRect">
            <a:avLst>
              <a:gd name="adj" fmla="val 7609"/>
            </a:avLst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434072" y="392277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/home/claude/lms_deck/assets/layer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023360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019288" y="3831336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8019288" y="41422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+ Hibernate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9454896" y="4572000"/>
            <a:ext cx="0" cy="109728"/>
          </a:xfrm>
          <a:prstGeom prst="line">
            <a:avLst/>
          </a:prstGeom>
          <a:noFill/>
          <a:ln w="19050">
            <a:solidFill>
              <a:srgbClr val="9AAFC0"/>
            </a:solidFill>
            <a:prstDash val="solid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7269480" y="4690872"/>
            <a:ext cx="4370832" cy="841248"/>
          </a:xfrm>
          <a:prstGeom prst="roundRect">
            <a:avLst>
              <a:gd name="adj" fmla="val 7609"/>
            </a:avLst>
          </a:prstGeom>
          <a:solidFill>
            <a:srgbClr val="0F4C6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7434072" y="489204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/home/claude/lms_deck/assets/databas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4992624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019288" y="480060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8019288" y="5111496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Aiven MySQL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7269480" y="560527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 follow Closed layering so no layer skips the one below it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&amp; Separation of Concerns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44346" y="141732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4434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504" y="1965960"/>
            <a:ext cx="1738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 — Netlify serves the React app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1747266" y="1645920"/>
            <a:ext cx="1299972" cy="0"/>
          </a:xfrm>
          <a:prstGeom prst="line">
            <a:avLst/>
          </a:prstGeom>
          <a:noFill/>
          <a:ln w="19050">
            <a:solidFill>
              <a:srgbClr val="B7CBD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92958" y="141732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9295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52116" y="1965960"/>
            <a:ext cx="1738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sends an HTTP request to the REST API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595878" y="1645920"/>
            <a:ext cx="1299972" cy="0"/>
          </a:xfrm>
          <a:prstGeom prst="line">
            <a:avLst/>
          </a:prstGeom>
          <a:noFill/>
          <a:ln w="19050">
            <a:solidFill>
              <a:srgbClr val="B7CBD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41570" y="141732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4157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00728" y="1965960"/>
            <a:ext cx="1738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receives it, passes to the Service layer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444490" y="1645920"/>
            <a:ext cx="1299972" cy="0"/>
          </a:xfrm>
          <a:prstGeom prst="line">
            <a:avLst/>
          </a:prstGeom>
          <a:noFill/>
          <a:ln w="19050">
            <a:solidFill>
              <a:srgbClr val="B7CB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90182" y="141732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9018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9340" y="1965960"/>
            <a:ext cx="1738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applies business rules, calls the Repository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293102" y="1645920"/>
            <a:ext cx="1299972" cy="0"/>
          </a:xfrm>
          <a:prstGeom prst="line">
            <a:avLst/>
          </a:prstGeom>
          <a:noFill/>
          <a:ln w="19050">
            <a:solidFill>
              <a:srgbClr val="B7CB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38794" y="141732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3879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97952" y="1965960"/>
            <a:ext cx="1738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runs Hibernate query on Aiven MySQL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9141714" y="1645920"/>
            <a:ext cx="1299972" cy="0"/>
          </a:xfrm>
          <a:prstGeom prst="line">
            <a:avLst/>
          </a:prstGeom>
          <a:noFill/>
          <a:ln w="19050">
            <a:solidFill>
              <a:srgbClr val="B7CB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487406" y="141732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48740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46564" y="1965960"/>
            <a:ext cx="1738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travels back up — UI updates on screen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48640" y="306324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F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IN ACTION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447288"/>
            <a:ext cx="5623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" y="3712464"/>
            <a:ext cx="384048" cy="384048"/>
          </a:xfrm>
          <a:prstGeom prst="ellipse">
            <a:avLst/>
          </a:prstGeom>
          <a:solidFill>
            <a:srgbClr val="EAF1F4"/>
          </a:solidFill>
          <a:ln/>
        </p:spPr>
      </p:sp>
      <p:pic>
        <p:nvPicPr>
          <p:cNvPr id="30" name="Image 0" descr="/home/claude/lms_deck/assets/exchang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813048"/>
            <a:ext cx="182880" cy="1828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07008" y="35387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 stay in the UI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207008" y="3840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login page only touches </a:t>
            </a:r>
            <a:r>
              <a:rPr lang="en-US" sz="98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Login.jsx</a:t>
            </a: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backend is untouched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548640" y="4480560"/>
            <a:ext cx="5623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94944" y="4745736"/>
            <a:ext cx="384048" cy="384048"/>
          </a:xfrm>
          <a:prstGeom prst="ellipse">
            <a:avLst/>
          </a:prstGeom>
          <a:solidFill>
            <a:srgbClr val="EAF1F4"/>
          </a:solidFill>
          <a:ln/>
        </p:spPr>
      </p:sp>
      <p:pic>
        <p:nvPicPr>
          <p:cNvPr id="35" name="Image 1" descr="/home/claude/lms_deck/assets/cod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846320"/>
            <a:ext cx="182880" cy="1828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207008" y="45720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Business-rule changes stay in the service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1207008" y="487375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capacity logic lives only in CourseService.java so frontend is untouched</a:t>
            </a:r>
            <a:endParaRPr lang="en-US" sz="980" dirty="0"/>
          </a:p>
        </p:txBody>
      </p:sp>
      <p:sp>
        <p:nvSpPr>
          <p:cNvPr id="38" name="Shape 34"/>
          <p:cNvSpPr/>
          <p:nvPr/>
        </p:nvSpPr>
        <p:spPr>
          <a:xfrm>
            <a:off x="548640" y="5513832"/>
            <a:ext cx="5623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694944" y="5779008"/>
            <a:ext cx="384048" cy="384048"/>
          </a:xfrm>
          <a:prstGeom prst="ellipse">
            <a:avLst/>
          </a:prstGeom>
          <a:solidFill>
            <a:srgbClr val="EAF1F4"/>
          </a:solidFill>
          <a:ln/>
        </p:spPr>
      </p:sp>
      <p:pic>
        <p:nvPicPr>
          <p:cNvPr id="40" name="Image 2" descr="/home/claude/lms_deck/assets/clou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879592"/>
            <a:ext cx="182880" cy="18288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207008" y="56052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infrastructure is a config change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1207008" y="5907024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database providers only touches </a:t>
            </a:r>
            <a:r>
              <a:rPr lang="en-US" sz="98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</a:t>
            </a: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business logic untouched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 across the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983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691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lms_deck/assets/userti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2" y="18562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60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Eashenraj A/L Nagarajan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F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Deployment Lead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60120" y="3566160"/>
            <a:ext cx="2697480" cy="0"/>
          </a:xfrm>
          <a:prstGeom prst="line">
            <a:avLst/>
          </a:prstGeom>
          <a:noFill/>
          <a:ln w="12700">
            <a:solidFill>
              <a:srgbClr val="E1E9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374904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 setup and Maven configuration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all service classes — </a:t>
            </a:r>
            <a:r>
              <a:rPr lang="en-US" sz="105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hashing</a:t>
            </a:r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Render and Netlify </a:t>
            </a:r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Aiven MySQL SSL configuration and Render deployment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34256" y="1417320"/>
            <a:ext cx="3520440" cy="4983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28716" y="1691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lms_deck/assets/userti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18562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71416" y="2560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Adam Basheer B. Mohd Azrul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471416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F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Database Lead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45736" y="3566160"/>
            <a:ext cx="2697480" cy="0"/>
          </a:xfrm>
          <a:prstGeom prst="line">
            <a:avLst/>
          </a:prstGeom>
          <a:noFill/>
          <a:ln w="12700">
            <a:solidFill>
              <a:srgbClr val="E1E9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26864" y="374904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— Login page, Student Dashboard, Instructor Console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API integration connecting frontend to backend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 and entity model classes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19872" y="1417320"/>
            <a:ext cx="3520440" cy="4983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514332" y="1691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/home/claude/lms_deck/assets/userti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924" y="185623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57032" y="2560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Ammar Haziq B. Saiful Bahri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257032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F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&amp; Architecture Lead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531352" y="3566160"/>
            <a:ext cx="2697480" cy="0"/>
          </a:xfrm>
          <a:prstGeom prst="line">
            <a:avLst/>
          </a:prstGeom>
          <a:noFill/>
          <a:ln w="12700">
            <a:solidFill>
              <a:srgbClr val="E1E9E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412480" y="374904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design and UML diagram </a:t>
            </a:r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controller and JPA repository implementation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integration testing and CORS configuration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takeaways from building and shipping the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47260" y="14676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LESSONS</a:t>
            </a:r>
            <a:endParaRPr lang="en-US" sz="1200" dirty="0"/>
          </a:p>
        </p:txBody>
      </p:sp>
      <p:pic>
        <p:nvPicPr>
          <p:cNvPr id="7" name="Image 0" descr="/home/claude/lms_deck/assets/bulb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068" y="1961388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48000" y="1906524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isn't just a diagram — every debugging session showed exactly which layer broke, making fixes faster and cleaner</a:t>
            </a:r>
            <a:endParaRPr lang="en-US" sz="1100" dirty="0"/>
          </a:p>
        </p:txBody>
      </p:sp>
      <p:pic>
        <p:nvPicPr>
          <p:cNvPr id="10" name="Image 1" descr="/home/claude/lms_deck/assets/bulb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068" y="2889504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48000" y="28346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surfaces problems local dev hides — SSL syntax, CORS domain mismatches, and cold-start delays only appeared once live</a:t>
            </a:r>
            <a:endParaRPr lang="en-US" sz="1100" dirty="0"/>
          </a:p>
        </p:txBody>
      </p:sp>
      <p:pic>
        <p:nvPicPr>
          <p:cNvPr id="13" name="Image 2" descr="/home/claude/lms_deck/assets/bulb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544" y="3785616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48000" y="37444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Field-name consistency matters more than expected — one mismatch between password and passwordHash broke the entire login flow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876300" y="5205984"/>
            <a:ext cx="10543032" cy="1417320"/>
          </a:xfrm>
          <a:prstGeom prst="roundRect">
            <a:avLst>
              <a:gd name="adj" fmla="val 6452"/>
            </a:avLst>
          </a:prstGeom>
          <a:solidFill>
            <a:srgbClr val="24375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17"/>
          <p:cNvSpPr/>
          <p:nvPr/>
        </p:nvSpPr>
        <p:spPr>
          <a:xfrm>
            <a:off x="1645920" y="5239512"/>
            <a:ext cx="88971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stops being a textbook term the moment you realize that fixing a bug in one layer does not require touching any other layer.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574</Words>
  <Application>Microsoft Office PowerPoint</Application>
  <PresentationFormat>Widescreen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Cloud-Native Learning Management System</dc:title>
  <dc:subject>PptxGenJS Presentation</dc:subject>
  <dc:creator>Group 4</dc:creator>
  <cp:lastModifiedBy>Pavitran Selvaraju</cp:lastModifiedBy>
  <cp:revision>1</cp:revision>
  <dcterms:created xsi:type="dcterms:W3CDTF">2026-06-19T14:47:46Z</dcterms:created>
  <dcterms:modified xsi:type="dcterms:W3CDTF">2026-06-19T15:04:27Z</dcterms:modified>
</cp:coreProperties>
</file>